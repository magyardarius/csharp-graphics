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rtl="0">
      <a:defRPr lang="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CD5B4E-9E03-0920-7D68-E92B33603DF0}" v="2008" dt="2026-03-15T22:29:12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52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5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EE18FA9B-3E06-41AF-BDF7-6710797097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0F9B942-99CF-4AC4-9F77-E625D2C71C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3E210D5-DCF3-48C4-AFC2-E56A498A98F8}" type="datetime1">
              <a:rPr lang="hu-HU" smtClean="0"/>
              <a:t>2026. 03. 15.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CAD4C1D-64AA-4DA1-8A75-FCF5ECA450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D886DA9-2A38-4F39-B33B-4F7B5E4444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775EF03-110B-4710-A708-FEF1927612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2321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B76F72-1760-48D0-8843-7277CDB3F293}" type="datetime1">
              <a:rPr lang="hu-HU" noProof="0" smtClean="0"/>
              <a:t>2026. 03. 15.</a:t>
            </a:fld>
            <a:endParaRPr lang="hu-HU" noProof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18CCA95-4F40-4CDD-BF1E-B8C9EB86EE73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5662959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18CCA95-4F40-4CDD-BF1E-B8C9EB86EE73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18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95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152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96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858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27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079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52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208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924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586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394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17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pos="7176" userDrawn="1">
          <p15:clr>
            <a:srgbClr val="F26B43"/>
          </p15:clr>
        </p15:guide>
        <p15:guide id="6" pos="504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B28281-3783-403A-B1AB-0182A003D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871759"/>
            <a:ext cx="7467600" cy="3913784"/>
          </a:xfrm>
        </p:spPr>
        <p:txBody>
          <a:bodyPr rtlCol="0">
            <a:normAutofit/>
          </a:bodyPr>
          <a:lstStyle/>
          <a:p>
            <a:r>
              <a:rPr lang="hu-HU" sz="8000">
                <a:cs typeface="Arial"/>
              </a:rPr>
              <a:t>BlackJack Winform Projekt</a:t>
            </a:r>
            <a:endParaRPr lang="hu-HU" sz="800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4542EAC-8BF3-4BFD-9891-145BC4940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4785543"/>
            <a:ext cx="7419975" cy="1005657"/>
          </a:xfrm>
        </p:spPr>
        <p:txBody>
          <a:bodyPr rtlCol="0">
            <a:normAutofit/>
          </a:bodyPr>
          <a:lstStyle/>
          <a:p>
            <a:r>
              <a:rPr lang="hu-HU"/>
              <a:t>Készítette: Magyar Dárius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5372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94E587-5841-DD4F-4E98-A632E922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Design felépitése </a:t>
            </a:r>
          </a:p>
        </p:txBody>
      </p:sp>
      <p:pic>
        <p:nvPicPr>
          <p:cNvPr id="7" name="Tartalom helye 6" descr="A képen szöveg, Emberi arc, képernyőkép, ember látható">
            <a:extLst>
              <a:ext uri="{FF2B5EF4-FFF2-40B4-BE49-F238E27FC236}">
                <a16:creationId xmlns:a16="http://schemas.microsoft.com/office/drawing/2014/main" id="{7834B250-A3D3-2961-2478-3DAAF8397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280" y="2506858"/>
            <a:ext cx="6131144" cy="3636088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AA9884FA-FF3D-0EFE-89A6-A96C20C9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3B2D-12D1-4E53-872C-D91F4812F648}" type="datetime1">
              <a:t>2026. 03. 15.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C22C894-97B7-46FC-D65F-892CEB98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875A895-C4B4-F20F-57FC-EBA47F3D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en-US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76A7A624-DA19-20E4-D181-BFD31BD40FDD}"/>
              </a:ext>
            </a:extLst>
          </p:cNvPr>
          <p:cNvSpPr txBox="1"/>
          <p:nvPr/>
        </p:nvSpPr>
        <p:spPr>
          <a:xfrm>
            <a:off x="699791" y="1611763"/>
            <a:ext cx="15405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/>
              <a:t>Informácio a Lapokrol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86738B7-4A0F-C307-354F-03D55B166C11}"/>
              </a:ext>
            </a:extLst>
          </p:cNvPr>
          <p:cNvSpPr txBox="1"/>
          <p:nvPr/>
        </p:nvSpPr>
        <p:spPr>
          <a:xfrm>
            <a:off x="7785460" y="4957645"/>
            <a:ext cx="23177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A játékhoz használt Gombok illetve az </a:t>
            </a:r>
            <a:r>
              <a:rPr lang="hu-HU"/>
              <a:t>eredmény kiíró szöveg</a:t>
            </a:r>
            <a:endParaRPr lang="hu-HU" dirty="0"/>
          </a:p>
        </p:txBody>
      </p:sp>
      <p:cxnSp>
        <p:nvCxnSpPr>
          <p:cNvPr id="15" name="Összekötő: szögletes 14">
            <a:extLst>
              <a:ext uri="{FF2B5EF4-FFF2-40B4-BE49-F238E27FC236}">
                <a16:creationId xmlns:a16="http://schemas.microsoft.com/office/drawing/2014/main" id="{09E637BD-05EC-8C82-3EDE-B0ACED1C7505}"/>
              </a:ext>
            </a:extLst>
          </p:cNvPr>
          <p:cNvCxnSpPr/>
          <p:nvPr/>
        </p:nvCxnSpPr>
        <p:spPr>
          <a:xfrm>
            <a:off x="1765351" y="2007993"/>
            <a:ext cx="2011090" cy="101341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Összekötő: szögletes 15">
            <a:extLst>
              <a:ext uri="{FF2B5EF4-FFF2-40B4-BE49-F238E27FC236}">
                <a16:creationId xmlns:a16="http://schemas.microsoft.com/office/drawing/2014/main" id="{AA310570-EA92-1125-8899-4C15C1CEA844}"/>
              </a:ext>
            </a:extLst>
          </p:cNvPr>
          <p:cNvCxnSpPr/>
          <p:nvPr/>
        </p:nvCxnSpPr>
        <p:spPr>
          <a:xfrm>
            <a:off x="5640916" y="4561416"/>
            <a:ext cx="1873250" cy="79375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Összekötő: szögletes 16">
            <a:extLst>
              <a:ext uri="{FF2B5EF4-FFF2-40B4-BE49-F238E27FC236}">
                <a16:creationId xmlns:a16="http://schemas.microsoft.com/office/drawing/2014/main" id="{83972D9F-227C-7CF3-5BE9-FC9548015B33}"/>
              </a:ext>
            </a:extLst>
          </p:cNvPr>
          <p:cNvCxnSpPr/>
          <p:nvPr/>
        </p:nvCxnSpPr>
        <p:spPr>
          <a:xfrm flipV="1">
            <a:off x="4530698" y="3306905"/>
            <a:ext cx="4932867" cy="166545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58EC5B77-4C71-718F-8B82-420348C1644B}"/>
              </a:ext>
            </a:extLst>
          </p:cNvPr>
          <p:cNvSpPr txBox="1"/>
          <p:nvPr/>
        </p:nvSpPr>
        <p:spPr>
          <a:xfrm>
            <a:off x="9453498" y="3194876"/>
            <a:ext cx="25823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/>
              <a:t>A játékos és a dealer kártyái</a:t>
            </a:r>
          </a:p>
        </p:txBody>
      </p:sp>
      <p:cxnSp>
        <p:nvCxnSpPr>
          <p:cNvPr id="19" name="Összekötő: szögletes 18">
            <a:extLst>
              <a:ext uri="{FF2B5EF4-FFF2-40B4-BE49-F238E27FC236}">
                <a16:creationId xmlns:a16="http://schemas.microsoft.com/office/drawing/2014/main" id="{5E73A047-157A-4E17-A1D4-5732569DE55F}"/>
              </a:ext>
            </a:extLst>
          </p:cNvPr>
          <p:cNvCxnSpPr/>
          <p:nvPr/>
        </p:nvCxnSpPr>
        <p:spPr>
          <a:xfrm flipV="1">
            <a:off x="3163126" y="1963337"/>
            <a:ext cx="3675257" cy="150489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481CE304-D619-9A3A-AF1A-5EADF96CE3C8}"/>
              </a:ext>
            </a:extLst>
          </p:cNvPr>
          <p:cNvSpPr txBox="1"/>
          <p:nvPr/>
        </p:nvSpPr>
        <p:spPr>
          <a:xfrm>
            <a:off x="7112000" y="1809750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A Tét megrakásához </a:t>
            </a:r>
            <a:r>
              <a:rPr lang="hu-HU"/>
              <a:t>használható mező </a:t>
            </a:r>
          </a:p>
        </p:txBody>
      </p:sp>
    </p:spTree>
    <p:extLst>
      <p:ext uri="{BB962C8B-B14F-4D97-AF65-F5344CB8AC3E}">
        <p14:creationId xmlns:p14="http://schemas.microsoft.com/office/powerpoint/2010/main" val="384901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8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92FEE9-70D2-5DD6-247D-B34503EEC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StartGame() Függvény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A2D1C5F-7CA4-D64D-405F-29052B89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0DB81-F4B1-42DE-A732-F49E24964CDB}" type="datetime1">
              <a:t>3/15/2026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BFBA354-A72A-8D3A-0AFD-AECFD50F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DA53D2D-2A69-15EF-7223-8767A3E2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0E91BA82-B844-ABEA-14D9-CB6AAD79F26A}"/>
              </a:ext>
            </a:extLst>
          </p:cNvPr>
          <p:cNvSpPr txBox="1"/>
          <p:nvPr/>
        </p:nvSpPr>
        <p:spPr>
          <a:xfrm>
            <a:off x="4379088" y="2093088"/>
            <a:ext cx="565230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hu-HU"/>
              <a:t>Kitörli mind a játékos és a osztó lapjait</a:t>
            </a:r>
          </a:p>
          <a:p>
            <a:pPr marL="342900" indent="-342900">
              <a:buAutoNum type="arabicPeriod"/>
            </a:pPr>
            <a:r>
              <a:rPr lang="hu-HU"/>
              <a:t>Mind a 2 félnek oszt 2-2 lapot</a:t>
            </a:r>
          </a:p>
          <a:p>
            <a:pPr marL="342900" indent="-342900">
              <a:buAutoNum type="arabicPeriod"/>
            </a:pPr>
            <a:r>
              <a:rPr lang="hu-HU"/>
              <a:t>Megnézi egy külső függvény segitségével hogy akármelyik félnek BlackJack-je van-e</a:t>
            </a:r>
            <a:endParaRPr lang="hu-HU" dirty="0"/>
          </a:p>
        </p:txBody>
      </p:sp>
      <p:pic>
        <p:nvPicPr>
          <p:cNvPr id="11" name="Tartalom helye 10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A0561A72-0E8E-29FC-1842-E4BC05E73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593" y="2090303"/>
            <a:ext cx="36195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109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DF3351-E2DE-0577-D40A-DBA5132E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Blackjack ellenörzö függvény</a:t>
            </a:r>
          </a:p>
        </p:txBody>
      </p:sp>
      <p:pic>
        <p:nvPicPr>
          <p:cNvPr id="7" name="Tartalom helye 6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A45BBD35-1FCE-8556-2509-6508302C1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934" y="2293126"/>
            <a:ext cx="4262081" cy="3636088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F1BF39BB-B4FE-F482-9122-F31505FB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2DB6-D547-492B-B44C-3979128F69BB}" type="datetime1">
              <a:t>3/15/2026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D9B1253-B652-E515-63B9-D689BF98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7E8AAE1-0B8B-385B-3A62-CF87464F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en-US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3131FFB-4BFA-2C53-8D62-F5FB00C1B237}"/>
              </a:ext>
            </a:extLst>
          </p:cNvPr>
          <p:cNvSpPr txBox="1"/>
          <p:nvPr/>
        </p:nvSpPr>
        <p:spPr>
          <a:xfrm>
            <a:off x="5469038" y="2546430"/>
            <a:ext cx="51025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 függvény lényegében annyit test amikor megvan hívva, megnézi akármelyik félnek van-e 21 értéke 2 lapból. Ha igen akkor kiírja hogy ki nyert </a:t>
            </a:r>
            <a:r>
              <a:rPr lang="hu-HU"/>
              <a:t>illetve lehetséges döntetlen is.</a:t>
            </a:r>
          </a:p>
        </p:txBody>
      </p:sp>
    </p:spTree>
    <p:extLst>
      <p:ext uri="{BB962C8B-B14F-4D97-AF65-F5344CB8AC3E}">
        <p14:creationId xmlns:p14="http://schemas.microsoft.com/office/powerpoint/2010/main" val="4165457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0B0D58-77DF-64AC-5663-512B60A8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Hit és stand függvény</a:t>
            </a:r>
          </a:p>
        </p:txBody>
      </p:sp>
      <p:pic>
        <p:nvPicPr>
          <p:cNvPr id="8" name="Tartalom helye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AD20B5B4-4A25-8A78-6B16-A1151FE8BC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1624" y="2131905"/>
            <a:ext cx="3267075" cy="1600200"/>
          </a:xfrm>
          <a:prstGeom prst="rect">
            <a:avLst/>
          </a:prstGeom>
        </p:spPr>
      </p:pic>
      <p:pic>
        <p:nvPicPr>
          <p:cNvPr id="10" name="Tartalom helye 9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FB0E5F7C-3DAC-F60A-0FD6-6F0C18BFBE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59319" y="2051519"/>
            <a:ext cx="3052195" cy="3844414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91832754-7D8F-8A66-1449-26267524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82150-0624-4EC4-A1D6-A7FA2E364285}" type="datetime1">
              <a:t>3/15/2026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EDF74C-5BEB-FD54-A3A7-C5CC0F6D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1F95FFA-D542-9ADF-A1EE-9199887D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7A087F10-7877-1C2D-499E-21A1212F9F1A}"/>
              </a:ext>
            </a:extLst>
          </p:cNvPr>
          <p:cNvSpPr txBox="1"/>
          <p:nvPr/>
        </p:nvSpPr>
        <p:spPr>
          <a:xfrm>
            <a:off x="897038" y="4118658"/>
            <a:ext cx="330843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A hit függvény a laphuzást jelenti a játékosnak amennyiben nem érte el a 21-et a játékos dönthet megint hogy húz még </a:t>
            </a:r>
            <a:r>
              <a:rPr lang="hu-HU"/>
              <a:t>egy lapot vagy megáll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7F95DB2-C71D-4007-519D-CE221CFB971E}"/>
              </a:ext>
            </a:extLst>
          </p:cNvPr>
          <p:cNvSpPr txBox="1"/>
          <p:nvPr/>
        </p:nvSpPr>
        <p:spPr>
          <a:xfrm>
            <a:off x="8410937" y="2131670"/>
            <a:ext cx="2845443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Ammenyiben a játékos úgy dönt hogy nem kell több lap akkor a függvény leellenőrzi hogy a osztónak mennyi a lapjainak az értéke és vagy a játékos vagy az osztó nyer illetve lehetsége döntetlen is.</a:t>
            </a:r>
            <a:br>
              <a:rPr lang="hu-HU" dirty="0"/>
            </a:br>
            <a:r>
              <a:rPr lang="hu-HU" dirty="0"/>
              <a:t>A tétet a játék kimmenetele </a:t>
            </a:r>
            <a:r>
              <a:rPr lang="hu-HU"/>
              <a:t>alapján vagy elveszi vagy </a:t>
            </a:r>
            <a:r>
              <a:rPr lang="hu-HU" dirty="0"/>
              <a:t>hozzáadja a játékosnak a egyenlegéhez</a:t>
            </a:r>
          </a:p>
        </p:txBody>
      </p:sp>
    </p:spTree>
    <p:extLst>
      <p:ext uri="{BB962C8B-B14F-4D97-AF65-F5344CB8AC3E}">
        <p14:creationId xmlns:p14="http://schemas.microsoft.com/office/powerpoint/2010/main" val="381728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B5BA5D-DFD7-412E-ADA0-F577BF57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Felület frissitése függvény</a:t>
            </a:r>
          </a:p>
        </p:txBody>
      </p:sp>
      <p:pic>
        <p:nvPicPr>
          <p:cNvPr id="7" name="Tartalom helye 6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8977F25E-1F95-B07E-EE5B-49D467282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3312" y="1993368"/>
            <a:ext cx="5946155" cy="1754458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BB10A822-8A94-ECBC-E810-75D3FCAA4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B6D0-8A87-4D8B-BACD-DB8973C52F9D}" type="datetime1">
              <a:t>3/15/2026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4725E8D-63B6-122A-C549-48A36A7B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0F4C7D5-F253-C1CF-5734-CD10FDE3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0A19DB61-0C78-F57E-5EFE-BFAFE0FB2A27}"/>
              </a:ext>
            </a:extLst>
          </p:cNvPr>
          <p:cNvSpPr txBox="1"/>
          <p:nvPr/>
        </p:nvSpPr>
        <p:spPr>
          <a:xfrm>
            <a:off x="2286000" y="4051138"/>
            <a:ext cx="59030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 függvény a lapok értékének az összegét, a kártyákat és </a:t>
            </a:r>
            <a:r>
              <a:rPr lang="hu-HU"/>
              <a:t>a játékos egyenlegét frissiti </a:t>
            </a:r>
          </a:p>
        </p:txBody>
      </p:sp>
    </p:spTree>
    <p:extLst>
      <p:ext uri="{BB962C8B-B14F-4D97-AF65-F5344CB8AC3E}">
        <p14:creationId xmlns:p14="http://schemas.microsoft.com/office/powerpoint/2010/main" val="326837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65B314-7B43-257C-405B-73817219A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Deck és Card osztályok</a:t>
            </a:r>
          </a:p>
        </p:txBody>
      </p:sp>
      <p:pic>
        <p:nvPicPr>
          <p:cNvPr id="12" name="Tartalom helye 11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CE6A75C2-DD97-531E-F334-36421CBC0E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54087" y="1877899"/>
            <a:ext cx="3388633" cy="3844414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CEB02712-621B-8897-4E88-E91F0C58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8F8B2-E68B-40DB-8629-477604CDA360}" type="datetime1">
              <a:t>3/15/2026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FDAFE2C-9176-2B45-7B68-9999309A9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E538E2-6F43-B606-192A-59ADA65F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 dirty="0"/>
          </a:p>
        </p:txBody>
      </p:sp>
      <p:pic>
        <p:nvPicPr>
          <p:cNvPr id="11" name="Tartalom helye 10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DEEE73CE-26FA-99BD-A549-D833537866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63485" y="1881542"/>
            <a:ext cx="3143250" cy="2428875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1FB6CAF8-D1B0-37C4-8819-1682B851C686}"/>
              </a:ext>
            </a:extLst>
          </p:cNvPr>
          <p:cNvSpPr txBox="1"/>
          <p:nvPr/>
        </p:nvSpPr>
        <p:spPr>
          <a:xfrm>
            <a:off x="1466126" y="4610581"/>
            <a:ext cx="34145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az osztály külön a kártyákat </a:t>
            </a:r>
            <a:r>
              <a:rPr lang="hu-HU"/>
              <a:t>tartalmazza 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EFCFDA1-70DF-B7AA-29F7-8C7B4A349AD2}"/>
              </a:ext>
            </a:extLst>
          </p:cNvPr>
          <p:cNvSpPr txBox="1"/>
          <p:nvPr/>
        </p:nvSpPr>
        <p:spPr>
          <a:xfrm>
            <a:off x="9086127" y="1880886"/>
            <a:ext cx="200627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az osztály minden fajta illetve számú kártyát ebbe az osztályba van keverve és innen </a:t>
            </a:r>
            <a:r>
              <a:rPr lang="hu-HU"/>
              <a:t>érhetőek el.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8637439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0455F8-10A0-4EEF-9BB1-9035E295B1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B0F2AC-8567-4D03-BFFC-653DB596C52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C2F7BF6-CD39-4568-B8BD-EA8D252E10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1</Words>
  <Application>Microsoft Office PowerPoint</Application>
  <PresentationFormat>Szélesvásznú</PresentationFormat>
  <Paragraphs>1</Paragraphs>
  <Slides>7</Slides>
  <Notes>1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8" baseType="lpstr">
      <vt:lpstr>ChronicleVTI</vt:lpstr>
      <vt:lpstr>BlackJack Winform Projekt</vt:lpstr>
      <vt:lpstr>Design felépitése </vt:lpstr>
      <vt:lpstr>StartGame() Függvény</vt:lpstr>
      <vt:lpstr>Blackjack ellenörzö függvény</vt:lpstr>
      <vt:lpstr>Hit és stand függvény</vt:lpstr>
      <vt:lpstr>Felület frissitése függvény</vt:lpstr>
      <vt:lpstr>Deck és Card osztályok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214</cp:revision>
  <dcterms:modified xsi:type="dcterms:W3CDTF">2026-03-15T22:29:27Z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