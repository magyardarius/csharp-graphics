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4"/>
  </p:sldMasterIdLst>
  <p:notesMasterIdLst>
    <p:notesMasterId r:id="rId12"/>
  </p:notesMasterIdLst>
  <p:handoutMasterIdLst>
    <p:handoutMasterId r:id="rId13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</p:sldIdLst>
  <p:sldSz cx="12192000" cy="6858000"/>
  <p:notesSz cx="6858000" cy="9144000"/>
  <p:defaultTextStyle>
    <a:defPPr rtl="0">
      <a:defRPr lang="hu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0CD5B4E-9E03-0920-7D68-E92B33603DF0}" v="2008" dt="2026-03-15T22:29:12.4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3" autoAdjust="0"/>
    <p:restoredTop sz="94660" autoAdjust="0"/>
  </p:normalViewPr>
  <p:slideViewPr>
    <p:cSldViewPr snapToGrid="0">
      <p:cViewPr varScale="1">
        <p:scale>
          <a:sx n="109" d="100"/>
          <a:sy n="109" d="100"/>
        </p:scale>
        <p:origin x="108" y="48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5" d="100"/>
          <a:sy n="85" d="100"/>
        </p:scale>
        <p:origin x="3858" y="1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viewProps" Target="view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>
            <a:extLst>
              <a:ext uri="{FF2B5EF4-FFF2-40B4-BE49-F238E27FC236}">
                <a16:creationId xmlns:a16="http://schemas.microsoft.com/office/drawing/2014/main" id="{EE18FA9B-3E06-41AF-BDF7-6710797097D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hu-HU"/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40F9B942-99CF-4AC4-9F77-E625D2C71C6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E3E210D5-DCF3-48C4-AFC2-E56A498A98F8}" type="datetime1">
              <a:rPr lang="hu-HU" smtClean="0"/>
              <a:t>2026. 03. 16.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3CAD4C1D-64AA-4DA1-8A75-FCF5ECA4501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8D886DA9-2A38-4F39-B33B-4F7B5E44448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775EF03-110B-4710-A708-FEF1927612B9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3232140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Élőfej hely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hu-HU" noProof="0"/>
          </a:p>
        </p:txBody>
      </p:sp>
      <p:sp>
        <p:nvSpPr>
          <p:cNvPr id="3" name="Dátum hely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3FB76F72-1760-48D0-8843-7277CDB3F293}" type="datetime1">
              <a:rPr lang="hu-HU" noProof="0" smtClean="0"/>
              <a:t>2026. 03. 16.</a:t>
            </a:fld>
            <a:endParaRPr lang="hu-HU" noProof="0"/>
          </a:p>
        </p:txBody>
      </p:sp>
      <p:sp>
        <p:nvSpPr>
          <p:cNvPr id="4" name="Diakép hely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hu-HU" noProof="0"/>
          </a:p>
        </p:txBody>
      </p:sp>
      <p:sp>
        <p:nvSpPr>
          <p:cNvPr id="5" name="Jegyzetek hely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hu-HU" noProof="0"/>
              <a:t>Mintaszöveg szerkesztése</a:t>
            </a:r>
          </a:p>
          <a:p>
            <a:pPr lvl="1" rtl="0"/>
            <a:r>
              <a:rPr lang="hu-HU" noProof="0"/>
              <a:t>Második szint</a:t>
            </a:r>
          </a:p>
          <a:p>
            <a:pPr lvl="2" rtl="0"/>
            <a:r>
              <a:rPr lang="hu-HU" noProof="0"/>
              <a:t>Harmadik szint</a:t>
            </a:r>
          </a:p>
          <a:p>
            <a:pPr lvl="3" rtl="0"/>
            <a:r>
              <a:rPr lang="hu-HU" noProof="0"/>
              <a:t>Negyedik szint</a:t>
            </a:r>
          </a:p>
          <a:p>
            <a:pPr lvl="4" rtl="0"/>
            <a:r>
              <a:rPr lang="hu-HU" noProof="0"/>
              <a:t>Ötödik szint</a:t>
            </a:r>
          </a:p>
        </p:txBody>
      </p:sp>
      <p:sp>
        <p:nvSpPr>
          <p:cNvPr id="6" name="Élőláb hely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hu-HU" noProof="0"/>
          </a:p>
        </p:txBody>
      </p:sp>
      <p:sp>
        <p:nvSpPr>
          <p:cNvPr id="7" name="Dia számának hely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18CCA95-4F40-4CDD-BF1E-B8C9EB86EE73}" type="slidenum">
              <a:rPr lang="hu-HU" noProof="0" smtClean="0"/>
              <a:t>‹#›</a:t>
            </a:fld>
            <a:endParaRPr lang="hu-HU" noProof="0"/>
          </a:p>
        </p:txBody>
      </p:sp>
    </p:spTree>
    <p:extLst>
      <p:ext uri="{BB962C8B-B14F-4D97-AF65-F5344CB8AC3E}">
        <p14:creationId xmlns:p14="http://schemas.microsoft.com/office/powerpoint/2010/main" val="256629591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hu-HU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918CCA95-4F40-4CDD-BF1E-B8C9EB86EE73}" type="slidenum">
              <a:rPr lang="hu-HU" smtClean="0"/>
              <a:t>1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31805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8426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426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75099-B3AD-44D7-919B-BCB6DC3E7F21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958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4BF121-2723-4D35-ADA9-215CD054C4BC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41523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F54BA-4BC6-480F-839C-951A49B248A9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82969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22096"/>
            <a:ext cx="10691265" cy="112793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5383" y="2128684"/>
            <a:ext cx="5304417" cy="384441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28684"/>
            <a:ext cx="5219700" cy="384441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DD0EA-4726-4440-BF9D-E88296FC3068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38583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87" y="929148"/>
            <a:ext cx="10640005" cy="76154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4" y="1681163"/>
            <a:ext cx="5282192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1600" b="1"/>
            </a:lvl2pPr>
            <a:lvl3pPr marL="914400" indent="0">
              <a:buNone/>
              <a:defRPr sz="16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5384" y="2505075"/>
            <a:ext cx="5282192" cy="342377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1600" b="1"/>
            </a:lvl2pPr>
            <a:lvl3pPr marL="914400" indent="0">
              <a:buNone/>
              <a:defRPr sz="16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42377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AD10D-99D1-46B2-A85A-C16850FCF8CF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32727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C67E51-34D6-4E3D-8F41-CC63EA446EDD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0798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49E550-CE3F-497F-B953-7DE0932F91C0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6520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426" y="781665"/>
            <a:ext cx="4093599" cy="1223452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8258" y="2315497"/>
            <a:ext cx="4093599" cy="355349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7A0BF4-BAA0-4539-95F2-9C4277F97478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12085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342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342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9884E-D945-496C-84BE-49C61F78F9EC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19243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8115DA-6CBC-4AEF-A85F-371C66916CF8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8586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997973"/>
            <a:ext cx="8404122" cy="4984956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6007E4-95E8-4ABC-B20B-51235318A487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33941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22096"/>
            <a:ext cx="10691265" cy="137103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93126"/>
            <a:ext cx="10691265" cy="3636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925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CD438618-DEE5-47CF-A8B2-A9E090D503CD}" type="datetimeFigureOut">
              <a:rPr lang="en-US" dirty="0"/>
              <a:t>3/16/2026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15383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E30AF5A0-43BB-4336-8627-9123B9144D80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11766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672" userDrawn="1">
          <p15:clr>
            <a:srgbClr val="F26B43"/>
          </p15:clr>
        </p15:guide>
        <p15:guide id="4" orient="horz" pos="912" userDrawn="1">
          <p15:clr>
            <a:srgbClr val="F26B43"/>
          </p15:clr>
        </p15:guide>
        <p15:guide id="5" pos="7176" userDrawn="1">
          <p15:clr>
            <a:srgbClr val="F26B43"/>
          </p15:clr>
        </p15:guide>
        <p15:guide id="6" pos="504" userDrawn="1">
          <p15:clr>
            <a:srgbClr val="F26B43"/>
          </p15:clr>
        </p15:guide>
        <p15:guide id="7" orient="horz" pos="3864" userDrawn="1">
          <p15:clr>
            <a:srgbClr val="F26B43"/>
          </p15:clr>
        </p15:guide>
        <p15:guide id="8" orient="horz" pos="45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FB28281-3783-403A-B1AB-0182A003DF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7700" y="871759"/>
            <a:ext cx="7467600" cy="3913784"/>
          </a:xfrm>
        </p:spPr>
        <p:txBody>
          <a:bodyPr rtlCol="0">
            <a:normAutofit/>
          </a:bodyPr>
          <a:lstStyle/>
          <a:p>
            <a:r>
              <a:rPr lang="hu-HU" sz="8000" dirty="0">
                <a:cs typeface="Arial"/>
              </a:rPr>
              <a:t>BlackJack </a:t>
            </a:r>
            <a:r>
              <a:rPr lang="hu-HU" sz="8000" dirty="0" err="1">
                <a:cs typeface="Arial"/>
              </a:rPr>
              <a:t>Winform</a:t>
            </a:r>
            <a:r>
              <a:rPr lang="hu-HU" sz="8000" dirty="0">
                <a:cs typeface="Arial"/>
              </a:rPr>
              <a:t> Projekt</a:t>
            </a:r>
            <a:endParaRPr lang="hu-HU" sz="8000" dirty="0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4542EAC-8BF3-4BFD-9891-145BC49409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95325" y="4785543"/>
            <a:ext cx="7419975" cy="1005657"/>
          </a:xfrm>
        </p:spPr>
        <p:txBody>
          <a:bodyPr rtlCol="0">
            <a:normAutofit/>
          </a:bodyPr>
          <a:lstStyle/>
          <a:p>
            <a:r>
              <a:rPr lang="hu-HU"/>
              <a:t>Készítette: Magyar Dárius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5537265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594E587-5841-DD4F-4E98-A632E922E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Design </a:t>
            </a:r>
            <a:r>
              <a:rPr lang="hu-HU" dirty="0" err="1"/>
              <a:t>felépitése</a:t>
            </a:r>
            <a:r>
              <a:rPr lang="hu-HU" dirty="0"/>
              <a:t> </a:t>
            </a:r>
          </a:p>
        </p:txBody>
      </p:sp>
      <p:pic>
        <p:nvPicPr>
          <p:cNvPr id="7" name="Tartalom helye 6" descr="A képen szöveg, Emberi arc, képernyőkép, ember látható">
            <a:extLst>
              <a:ext uri="{FF2B5EF4-FFF2-40B4-BE49-F238E27FC236}">
                <a16:creationId xmlns:a16="http://schemas.microsoft.com/office/drawing/2014/main" id="{7834B250-A3D3-2961-2478-3DAAF8397A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3280" y="2506858"/>
            <a:ext cx="6131144" cy="3636088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AA9884FA-FF3D-0EFE-89A6-A96C20C94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083B2D-12D1-4E53-872C-D91F4812F648}" type="datetime1">
              <a:t>2026. 03. 16.</a:t>
            </a:fld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C22C894-97B7-46FC-D65F-892CEB980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875A895-C4B4-F20F-57FC-EBA47F3D73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2</a:t>
            </a:fld>
            <a:endParaRPr lang="en-US" dirty="0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76A7A624-DA19-20E4-D181-BFD31BD40FDD}"/>
              </a:ext>
            </a:extLst>
          </p:cNvPr>
          <p:cNvSpPr txBox="1"/>
          <p:nvPr/>
        </p:nvSpPr>
        <p:spPr>
          <a:xfrm>
            <a:off x="699791" y="1611763"/>
            <a:ext cx="154052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dirty="0" err="1"/>
              <a:t>Informácio</a:t>
            </a:r>
            <a:r>
              <a:rPr lang="hu-HU" dirty="0"/>
              <a:t> a </a:t>
            </a:r>
            <a:r>
              <a:rPr lang="hu-HU" dirty="0" err="1"/>
              <a:t>Lapokrol</a:t>
            </a:r>
            <a:endParaRPr lang="hu-HU" dirty="0"/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C86738B7-4A0F-C307-354F-03D55B166C11}"/>
              </a:ext>
            </a:extLst>
          </p:cNvPr>
          <p:cNvSpPr txBox="1"/>
          <p:nvPr/>
        </p:nvSpPr>
        <p:spPr>
          <a:xfrm>
            <a:off x="7785460" y="4957645"/>
            <a:ext cx="2317750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dirty="0"/>
              <a:t>A játékhoz használt Gombok illetve az eredmény kiíró szöveg</a:t>
            </a:r>
          </a:p>
        </p:txBody>
      </p:sp>
      <p:cxnSp>
        <p:nvCxnSpPr>
          <p:cNvPr id="15" name="Összekötő: szögletes 14">
            <a:extLst>
              <a:ext uri="{FF2B5EF4-FFF2-40B4-BE49-F238E27FC236}">
                <a16:creationId xmlns:a16="http://schemas.microsoft.com/office/drawing/2014/main" id="{09E637BD-05EC-8C82-3EDE-B0ACED1C7505}"/>
              </a:ext>
            </a:extLst>
          </p:cNvPr>
          <p:cNvCxnSpPr/>
          <p:nvPr/>
        </p:nvCxnSpPr>
        <p:spPr>
          <a:xfrm>
            <a:off x="1765351" y="2007993"/>
            <a:ext cx="2011090" cy="1013418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6" name="Összekötő: szögletes 15">
            <a:extLst>
              <a:ext uri="{FF2B5EF4-FFF2-40B4-BE49-F238E27FC236}">
                <a16:creationId xmlns:a16="http://schemas.microsoft.com/office/drawing/2014/main" id="{AA310570-EA92-1125-8899-4C15C1CEA844}"/>
              </a:ext>
            </a:extLst>
          </p:cNvPr>
          <p:cNvCxnSpPr/>
          <p:nvPr/>
        </p:nvCxnSpPr>
        <p:spPr>
          <a:xfrm>
            <a:off x="5640916" y="4561416"/>
            <a:ext cx="1873250" cy="793750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7" name="Összekötő: szögletes 16">
            <a:extLst>
              <a:ext uri="{FF2B5EF4-FFF2-40B4-BE49-F238E27FC236}">
                <a16:creationId xmlns:a16="http://schemas.microsoft.com/office/drawing/2014/main" id="{83972D9F-227C-7CF3-5BE9-FC9548015B33}"/>
              </a:ext>
            </a:extLst>
          </p:cNvPr>
          <p:cNvCxnSpPr/>
          <p:nvPr/>
        </p:nvCxnSpPr>
        <p:spPr>
          <a:xfrm flipV="1">
            <a:off x="4530698" y="3306905"/>
            <a:ext cx="4932867" cy="1665455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18" name="Szövegdoboz 17">
            <a:extLst>
              <a:ext uri="{FF2B5EF4-FFF2-40B4-BE49-F238E27FC236}">
                <a16:creationId xmlns:a16="http://schemas.microsoft.com/office/drawing/2014/main" id="{58EC5B77-4C71-718F-8B82-420348C1644B}"/>
              </a:ext>
            </a:extLst>
          </p:cNvPr>
          <p:cNvSpPr txBox="1"/>
          <p:nvPr/>
        </p:nvSpPr>
        <p:spPr>
          <a:xfrm>
            <a:off x="9453498" y="3194876"/>
            <a:ext cx="258233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dirty="0"/>
              <a:t>A játékos és a </a:t>
            </a:r>
            <a:r>
              <a:rPr lang="hu-HU" dirty="0" err="1"/>
              <a:t>dealer</a:t>
            </a:r>
            <a:r>
              <a:rPr lang="hu-HU" dirty="0"/>
              <a:t> kártyái</a:t>
            </a:r>
          </a:p>
        </p:txBody>
      </p:sp>
      <p:cxnSp>
        <p:nvCxnSpPr>
          <p:cNvPr id="19" name="Összekötő: szögletes 18">
            <a:extLst>
              <a:ext uri="{FF2B5EF4-FFF2-40B4-BE49-F238E27FC236}">
                <a16:creationId xmlns:a16="http://schemas.microsoft.com/office/drawing/2014/main" id="{5E73A047-157A-4E17-A1D4-5732569DE55F}"/>
              </a:ext>
            </a:extLst>
          </p:cNvPr>
          <p:cNvCxnSpPr/>
          <p:nvPr/>
        </p:nvCxnSpPr>
        <p:spPr>
          <a:xfrm flipV="1">
            <a:off x="3163126" y="1963337"/>
            <a:ext cx="3675257" cy="1504897"/>
          </a:xfrm>
          <a:prstGeom prst="bentConnector3">
            <a:avLst/>
          </a:prstGeom>
          <a:ln>
            <a:headEnd type="triangle"/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20" name="Szövegdoboz 19">
            <a:extLst>
              <a:ext uri="{FF2B5EF4-FFF2-40B4-BE49-F238E27FC236}">
                <a16:creationId xmlns:a16="http://schemas.microsoft.com/office/drawing/2014/main" id="{481CE304-D619-9A3A-AF1A-5EADF96CE3C8}"/>
              </a:ext>
            </a:extLst>
          </p:cNvPr>
          <p:cNvSpPr txBox="1"/>
          <p:nvPr/>
        </p:nvSpPr>
        <p:spPr>
          <a:xfrm>
            <a:off x="7112000" y="1809750"/>
            <a:ext cx="2743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dirty="0"/>
              <a:t>A Tét megrakásához használható mező </a:t>
            </a:r>
          </a:p>
        </p:txBody>
      </p:sp>
    </p:spTree>
    <p:extLst>
      <p:ext uri="{BB962C8B-B14F-4D97-AF65-F5344CB8AC3E}">
        <p14:creationId xmlns:p14="http://schemas.microsoft.com/office/powerpoint/2010/main" val="3849015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  <p:bldP spid="18" grpId="0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892FEE9-70D2-5DD6-247D-B34503EEC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StartGame() Függvény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A2D1C5F-7CA4-D64D-405F-29052B89E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F0DB81-F4B1-42DE-A732-F49E24964CDB}" type="datetime1">
              <a:t>2026. 03. 16.</a:t>
            </a:fld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BFBA354-A72A-8D3A-0AFD-AECFD50F0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DA53D2D-2A69-15EF-7223-8767A3E21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3</a:t>
            </a:fld>
            <a:endParaRPr lang="en-US" dirty="0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0E91BA82-B844-ABEA-14D9-CB6AAD79F26A}"/>
              </a:ext>
            </a:extLst>
          </p:cNvPr>
          <p:cNvSpPr txBox="1"/>
          <p:nvPr/>
        </p:nvSpPr>
        <p:spPr>
          <a:xfrm>
            <a:off x="4379088" y="2093088"/>
            <a:ext cx="5652303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AutoNum type="arabicPeriod"/>
            </a:pPr>
            <a:r>
              <a:rPr lang="hu-HU"/>
              <a:t>Kitörli mind a játékos és a osztó lapjait</a:t>
            </a:r>
          </a:p>
          <a:p>
            <a:pPr marL="342900" indent="-342900">
              <a:buAutoNum type="arabicPeriod"/>
            </a:pPr>
            <a:r>
              <a:rPr lang="hu-HU"/>
              <a:t>Mind a 2 félnek oszt 2-2 lapot</a:t>
            </a:r>
          </a:p>
          <a:p>
            <a:pPr marL="342900" indent="-342900">
              <a:buAutoNum type="arabicPeriod"/>
            </a:pPr>
            <a:r>
              <a:rPr lang="hu-HU"/>
              <a:t>Megnézi egy külső függvény segitségével hogy akármelyik félnek BlackJack-je van-e</a:t>
            </a:r>
            <a:endParaRPr lang="hu-HU" dirty="0"/>
          </a:p>
        </p:txBody>
      </p:sp>
      <p:pic>
        <p:nvPicPr>
          <p:cNvPr id="11" name="Tartalom helye 10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A0561A72-0E8E-29FC-1842-E4BC05E736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6593" y="2090303"/>
            <a:ext cx="3619500" cy="2266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1091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2DF3351-E2DE-0577-D40A-DBA5132E0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Blackjack ellenörzö függvény</a:t>
            </a:r>
          </a:p>
        </p:txBody>
      </p:sp>
      <p:pic>
        <p:nvPicPr>
          <p:cNvPr id="7" name="Tartalom helye 6" descr="A képen szöveg, képernyőkép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A45BBD35-1FCE-8556-2509-6508302C10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57934" y="2293126"/>
            <a:ext cx="4262081" cy="3636088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F1BF39BB-B4FE-F482-9122-F31505FB91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C2DB6-D547-492B-B44C-3979128F69BB}" type="datetime1">
              <a:t>2026. 03. 16.</a:t>
            </a:fld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D9B1253-B652-E515-63B9-D689BF988A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7E8AAE1-0B8B-385B-3A62-CF87464F8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4</a:t>
            </a:fld>
            <a:endParaRPr lang="en-US" dirty="0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83131FFB-4BFA-2C53-8D62-F5FB00C1B237}"/>
              </a:ext>
            </a:extLst>
          </p:cNvPr>
          <p:cNvSpPr txBox="1"/>
          <p:nvPr/>
        </p:nvSpPr>
        <p:spPr>
          <a:xfrm>
            <a:off x="5469038" y="2546430"/>
            <a:ext cx="5102506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dirty="0"/>
              <a:t>Ez a függvény lényegében annyit test amikor megvan hívva, megnézi akármelyik félnek van-e 21 értéke 2 lapból. Ha igen akkor kiírja hogy ki nyert </a:t>
            </a:r>
            <a:r>
              <a:rPr lang="hu-HU"/>
              <a:t>illetve lehetséges döntetlen is.</a:t>
            </a:r>
          </a:p>
        </p:txBody>
      </p:sp>
    </p:spTree>
    <p:extLst>
      <p:ext uri="{BB962C8B-B14F-4D97-AF65-F5344CB8AC3E}">
        <p14:creationId xmlns:p14="http://schemas.microsoft.com/office/powerpoint/2010/main" val="4165457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F0B0D58-77DF-64AC-5663-512B60A8B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Hit és stand függvény</a:t>
            </a:r>
          </a:p>
        </p:txBody>
      </p:sp>
      <p:pic>
        <p:nvPicPr>
          <p:cNvPr id="8" name="Tartalom helye 7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AD20B5B4-4A25-8A78-6B16-A1151FE8BCC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711624" y="2131905"/>
            <a:ext cx="3267075" cy="1600200"/>
          </a:xfrm>
          <a:prstGeom prst="rect">
            <a:avLst/>
          </a:prstGeom>
        </p:spPr>
      </p:pic>
      <p:pic>
        <p:nvPicPr>
          <p:cNvPr id="10" name="Tartalom helye 9" descr="A képen szöveg, képernyőkép látható&#10;&#10;Lehet, hogy az AI által létrehozott tartalom helytelen.">
            <a:extLst>
              <a:ext uri="{FF2B5EF4-FFF2-40B4-BE49-F238E27FC236}">
                <a16:creationId xmlns:a16="http://schemas.microsoft.com/office/drawing/2014/main" id="{FB0E5F7C-3DAC-F60A-0FD6-6F0C18BFBE6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5259319" y="2051519"/>
            <a:ext cx="3052195" cy="3844414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91832754-7D8F-8A66-1449-262675244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82150-0624-4EC4-A1D6-A7FA2E364285}" type="datetime1">
              <a:t>2026. 03. 16.</a:t>
            </a:fld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DEDF74C-5BEB-FD54-A3A7-C5CC0F6DB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1F95FFA-D542-9ADF-A1EE-9199887D4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5</a:t>
            </a:fld>
            <a:endParaRPr lang="en-US" dirty="0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7A087F10-7877-1C2D-499E-21A1212F9F1A}"/>
              </a:ext>
            </a:extLst>
          </p:cNvPr>
          <p:cNvSpPr txBox="1"/>
          <p:nvPr/>
        </p:nvSpPr>
        <p:spPr>
          <a:xfrm>
            <a:off x="897038" y="4118658"/>
            <a:ext cx="3308430" cy="14773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dirty="0"/>
              <a:t>A hit függvény a laphuzást jelenti a játékosnak amennyiben nem érte el a 21-et a játékos dönthet megint hogy húz még </a:t>
            </a:r>
            <a:r>
              <a:rPr lang="hu-HU"/>
              <a:t>egy lapot vagy megáll</a:t>
            </a: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87F95DB2-C71D-4007-519D-CE221CFB971E}"/>
              </a:ext>
            </a:extLst>
          </p:cNvPr>
          <p:cNvSpPr txBox="1"/>
          <p:nvPr/>
        </p:nvSpPr>
        <p:spPr>
          <a:xfrm>
            <a:off x="8410937" y="2131670"/>
            <a:ext cx="2845443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dirty="0"/>
              <a:t>Ammenyiben a játékos úgy dönt hogy nem kell több lap akkor a függvény leellenőrzi hogy a osztónak mennyi a lapjainak az értéke és vagy a játékos vagy az osztó nyer illetve lehetsége döntetlen is.</a:t>
            </a:r>
            <a:br>
              <a:rPr lang="hu-HU" dirty="0"/>
            </a:br>
            <a:r>
              <a:rPr lang="hu-HU" dirty="0"/>
              <a:t>A tétet a játék kimmenetele </a:t>
            </a:r>
            <a:r>
              <a:rPr lang="hu-HU"/>
              <a:t>alapján vagy elveszi vagy </a:t>
            </a:r>
            <a:r>
              <a:rPr lang="hu-HU" dirty="0"/>
              <a:t>hozzáadja a játékosnak a egyenlegéhez</a:t>
            </a:r>
          </a:p>
        </p:txBody>
      </p:sp>
    </p:spTree>
    <p:extLst>
      <p:ext uri="{BB962C8B-B14F-4D97-AF65-F5344CB8AC3E}">
        <p14:creationId xmlns:p14="http://schemas.microsoft.com/office/powerpoint/2010/main" val="38172852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DB5BA5D-DFD7-412E-ADA0-F577BF57B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Felület frissitése függvény</a:t>
            </a:r>
          </a:p>
        </p:txBody>
      </p:sp>
      <p:pic>
        <p:nvPicPr>
          <p:cNvPr id="7" name="Tartalom helye 6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8977F25E-1F95-B07E-EE5B-49D467282C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3312" y="1993368"/>
            <a:ext cx="5946155" cy="1754458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BB10A822-8A94-ECBC-E810-75D3FCAA4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E1B6D0-8A87-4D8B-BACD-DB8973C52F9D}" type="datetime1">
              <a:t>2026. 03. 16.</a:t>
            </a:fld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74725E8D-63B6-122A-C549-48A36A7B8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0F4C7D5-F253-C1CF-5734-CD10FDE34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6</a:t>
            </a:fld>
            <a:endParaRPr lang="en-US" dirty="0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0A19DB61-0C78-F57E-5EFE-BFAFE0FB2A27}"/>
              </a:ext>
            </a:extLst>
          </p:cNvPr>
          <p:cNvSpPr txBox="1"/>
          <p:nvPr/>
        </p:nvSpPr>
        <p:spPr>
          <a:xfrm>
            <a:off x="2286000" y="4051138"/>
            <a:ext cx="5903088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dirty="0"/>
              <a:t>Ez a függvény a lapok értékének az összegét, a kártyákat és </a:t>
            </a:r>
            <a:r>
              <a:rPr lang="hu-HU"/>
              <a:t>a játékos egyenlegét frissiti </a:t>
            </a:r>
          </a:p>
        </p:txBody>
      </p:sp>
    </p:spTree>
    <p:extLst>
      <p:ext uri="{BB962C8B-B14F-4D97-AF65-F5344CB8AC3E}">
        <p14:creationId xmlns:p14="http://schemas.microsoft.com/office/powerpoint/2010/main" val="32683757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A65B314-7B43-257C-405B-73817219A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Deck és Card osztályok</a:t>
            </a:r>
          </a:p>
        </p:txBody>
      </p:sp>
      <p:pic>
        <p:nvPicPr>
          <p:cNvPr id="12" name="Tartalom helye 11" descr="A képen szöveg, képernyőkép, szoftver látható&#10;&#10;Lehet, hogy az AI által létrehozott tartalom helytelen.">
            <a:extLst>
              <a:ext uri="{FF2B5EF4-FFF2-40B4-BE49-F238E27FC236}">
                <a16:creationId xmlns:a16="http://schemas.microsoft.com/office/drawing/2014/main" id="{CE6A75C2-DD97-531E-F334-36421CBC0E8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554087" y="1877899"/>
            <a:ext cx="3388633" cy="3844414"/>
          </a:xfrm>
          <a:prstGeom prst="rect">
            <a:avLst/>
          </a:prstGeom>
        </p:spPr>
      </p:pic>
      <p:sp>
        <p:nvSpPr>
          <p:cNvPr id="4" name="Dátum helye 3">
            <a:extLst>
              <a:ext uri="{FF2B5EF4-FFF2-40B4-BE49-F238E27FC236}">
                <a16:creationId xmlns:a16="http://schemas.microsoft.com/office/drawing/2014/main" id="{CEB02712-621B-8897-4E88-E91F0C583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8F8B2-E68B-40DB-8629-477604CDA360}" type="datetime1">
              <a:t>2026. 03. 16.</a:t>
            </a:fld>
            <a:endParaRPr lang="en-US" dirty="0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FDAFE2C-9176-2B45-7B68-9999309A9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FE538E2-6F43-B606-192A-59ADA65F2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0AF5A0-43BB-4336-8627-9123B9144D80}" type="slidenum">
              <a:rPr lang="en-US" dirty="0"/>
              <a:t>7</a:t>
            </a:fld>
            <a:endParaRPr lang="en-US" dirty="0"/>
          </a:p>
        </p:txBody>
      </p:sp>
      <p:pic>
        <p:nvPicPr>
          <p:cNvPr id="11" name="Tartalom helye 10" descr="A képen szöveg, képernyőkép, Betűtípus látható&#10;&#10;Lehet, hogy az AI által létrehozott tartalom helytelen.">
            <a:extLst>
              <a:ext uri="{FF2B5EF4-FFF2-40B4-BE49-F238E27FC236}">
                <a16:creationId xmlns:a16="http://schemas.microsoft.com/office/drawing/2014/main" id="{DEEE73CE-26FA-99BD-A549-D8335378663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863485" y="1881542"/>
            <a:ext cx="3143250" cy="2428875"/>
          </a:xfrm>
          <a:prstGeom prst="rect">
            <a:avLst/>
          </a:prstGeom>
        </p:spPr>
      </p:pic>
      <p:sp>
        <p:nvSpPr>
          <p:cNvPr id="13" name="Szövegdoboz 12">
            <a:extLst>
              <a:ext uri="{FF2B5EF4-FFF2-40B4-BE49-F238E27FC236}">
                <a16:creationId xmlns:a16="http://schemas.microsoft.com/office/drawing/2014/main" id="{1FB6CAF8-D1B0-37C4-8819-1682B851C686}"/>
              </a:ext>
            </a:extLst>
          </p:cNvPr>
          <p:cNvSpPr txBox="1"/>
          <p:nvPr/>
        </p:nvSpPr>
        <p:spPr>
          <a:xfrm>
            <a:off x="1466126" y="4610581"/>
            <a:ext cx="3414531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dirty="0"/>
              <a:t>Ez az osztály külön a kártyákat </a:t>
            </a:r>
            <a:r>
              <a:rPr lang="hu-HU"/>
              <a:t>tartalmazza </a:t>
            </a:r>
          </a:p>
        </p:txBody>
      </p:sp>
      <p:sp>
        <p:nvSpPr>
          <p:cNvPr id="14" name="Szövegdoboz 13">
            <a:extLst>
              <a:ext uri="{FF2B5EF4-FFF2-40B4-BE49-F238E27FC236}">
                <a16:creationId xmlns:a16="http://schemas.microsoft.com/office/drawing/2014/main" id="{2EFCFDA1-70DF-B7AA-29F7-8C7B4A349AD2}"/>
              </a:ext>
            </a:extLst>
          </p:cNvPr>
          <p:cNvSpPr txBox="1"/>
          <p:nvPr/>
        </p:nvSpPr>
        <p:spPr>
          <a:xfrm>
            <a:off x="9086127" y="1880886"/>
            <a:ext cx="2006277" cy="20313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hu-HU" dirty="0"/>
              <a:t>Ez az osztály minden fajta illetve számú kártyát ebbe az osztályba van keverve és innen </a:t>
            </a:r>
            <a:r>
              <a:rPr lang="hu-HU"/>
              <a:t>érhetőek el.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4186374391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VTI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ChronicleVTI">
      <a:majorFont>
        <a:latin typeface="Univers Condensed"/>
        <a:ea typeface=""/>
        <a:cs typeface=""/>
      </a:majorFont>
      <a:minorFont>
        <a:latin typeface="Calisto MT" panose="02040603050505030304"/>
        <a:ea typeface=""/>
        <a:cs typeface=""/>
      </a:minorFont>
    </a:fontScheme>
    <a:fmtScheme name="Chronicle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hronicleVTI" id="{534FD3B1-53CD-4A5C-943C-C44DFF248C3E}" vid="{19A790DA-2E4D-4134-98A6-7DECB1A1B842}"/>
    </a:ext>
  </a:extLst>
</a:theme>
</file>

<file path=ppt/theme/theme2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350455F8-10A0-4EEF-9BB1-9035E295B16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C2F7BF6-CD39-4568-B8BD-EA8D252E100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9B0F2AC-8567-4D03-BFFC-653DB596C528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Madison</Template>
  <TotalTime>0</TotalTime>
  <Words>246</Words>
  <Application>Microsoft Office PowerPoint</Application>
  <PresentationFormat>Szélesvásznú</PresentationFormat>
  <Paragraphs>40</Paragraphs>
  <Slides>7</Slides>
  <Notes>1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Calisto MT</vt:lpstr>
      <vt:lpstr>Univers Condensed</vt:lpstr>
      <vt:lpstr>ChronicleVTI</vt:lpstr>
      <vt:lpstr>BlackJack Winform Projekt</vt:lpstr>
      <vt:lpstr>Design felépitése </vt:lpstr>
      <vt:lpstr>StartGame() Függvény</vt:lpstr>
      <vt:lpstr>Blackjack ellenörzö függvény</vt:lpstr>
      <vt:lpstr>Hit és stand függvény</vt:lpstr>
      <vt:lpstr>Felület frissitése függvény</vt:lpstr>
      <vt:lpstr>Deck és Card osztályok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BlackJack Winform Projekt</dc:title>
  <dc:creator/>
  <cp:lastModifiedBy>CockroachCrusader</cp:lastModifiedBy>
  <cp:revision>215</cp:revision>
  <dcterms:modified xsi:type="dcterms:W3CDTF">2026-03-16T07:23:32Z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